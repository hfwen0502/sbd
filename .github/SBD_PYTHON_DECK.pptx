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>
                <a:solidFill>
                  <a:srgbClr val="0F62FE"/>
                </a:solidFill>
                <a:latin typeface="Calibri"/>
              </a:rPr>
              <a:t>GPU-accelerated alternative to Dice in qiskit-addon-sqd</a:t>
            </a:r>
          </a:p>
          <a:p/>
          <a:p>
            <a:r>
              <a:rPr sz="1600" i="1">
                <a:solidFill>
                  <a:srgbClr val="69767A"/>
                </a:solidFill>
                <a:latin typeface="Calibri"/>
              </a:rPr>
              <a:t>Co-presented by [systems lead] and [chemistry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vs Dice — same role, different envelope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Both diagonalize the projected Hamiltonian inside qiskit-addon-sqd's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/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Dice (SHCI)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internal heat-bath (eps knob)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Orbital ceiling (data-type)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128  (16-byte determinant addr)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160 (default) · 512 (bit_length=64) · configurable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Where it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262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Upstream SBD (C++ core, RIKEN CCS)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github.com/r-ccs-cms/sbd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 (fork with python/ bindings)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Patched qiskit-addon-sqd (MPI-aware solver hook)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github.com/hfwen0502/qiskit-addon-sqd  (branch: 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Calibri"/>
              </a:rPr>
              <a:t>Same FCIDUMP input, same RDM outputs, same role in the SQD loop. Process model and hardware envelope are what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2 — positioning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A1E28"/>
                </a:solidFill>
                <a:latin typeface="Calibri"/>
              </a:rPr>
              <a:t>Dice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write FCIDUMP + input.dat to /tmp/dice_cli_files_*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subprocess.run(["mpirun", ..., bin/Dice],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parse spin1RDM.*.txt + stdout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shutil.rmtree(temp_dir)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sbd.tpb_diag(fcidump, adet,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returns Python objects (energy, RDMs, wf)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How you launch the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200" y="6405080"/>
            <a:ext cx="11147120" cy="3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A1E28"/>
                </a:solidFill>
                <a:latin typeface="Menlo"/>
              </a:rPr>
              <a:t>Dice:  python my_script.py                              # serial; Dice forks mpirun per call internally</a:t>
            </a:r>
          </a:p>
          <a:p>
            <a:r>
              <a:rPr sz="1200" b="1">
                <a:solidFill>
                  <a:srgbClr val="DA1E28"/>
                </a:solidFill>
                <a:latin typeface="Menlo"/>
              </a:rPr>
              <a:t>SBD:   mpirun -np N python my_script.py                 # MPI-native; you launch all ranks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3 — architecture contrast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Pick your backend at runtime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import sbd loads every backend that compiled — switch with one keyword arg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4 — runtime backend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11247120" cy="12801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833080"/>
            <a:ext cx="11147120" cy="11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Dice  →  qiskit_addon_dice_solver.solve_fermion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sci_state, occ = solve_fermion(bitstring_matrix, hcore, eri)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SBD   →  sbd.sbd_solver.solve_sci  (returns SCIResult)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result = solve_sci(ci_strings, one_body_tensor, two_body_tensor,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norb=norb, nelec=nelec,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mpi_comm=MPI.COMM_WORLD, device_config=DeviceConfig.gpu())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result.energy, result.sci_state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A1E28"/>
                </a:solidFill>
                <a:latin typeface="Calibri"/>
              </a:rPr>
              <a:t>Inside Dice's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dice_dir = Path(tempfile.mkdtemp(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prefix='dice_cli_files_', ...))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tools.fcidump.from_integrals(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dice_dir / 'fcidump.txt',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_write_input_files(...)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dice_call = ['mpirun', *mpirun_options,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subprocess.run(dice_call, cwd=dice_dir,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  stdout=logfile, stderr=logfile)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_read_dice_outputs(dice_dir,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shutil.rmtree(dice_dir)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5352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def tpb_diag(fcidump, adet, bdet, sbd_data,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     loadname='', savename='', device=None):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_ensure_initialized()              # MPI comm cached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backend = get_backend(device)      # cpu | gpu | gpu-omp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return backend.tpb_diag(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_global_comm,                  # MPI communicator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sbd_data, fcidump, adet, bdet,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loadname, savename,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)                                  # pybind11 → C++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5 — under-the-hood contrast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shape as plugging in qiskit-addon-dice-solver; only sci_solver=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47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mf = tools.fcidump.to_scf('data/h2o/fcidump.txt')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hcore, eri = mf.get_hcore(), ao2mo.restore(1, mf._eri, norb)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2. Bitstrings — quantum-measurement counts → BitArray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counts = json.load(open('python/examples/count_dict_h2o.json'))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bit_array = BitArray.from_bool_array(_decode_counts(counts))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3. Wire SBD into qiskit-addon-sqd's sci_solver= slot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sbd_solver = partial(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solve_sci_batch,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mpi_comm = MPI.COMM_WORLD,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sbd_config = {'method': 0, 'max_it': 100, 'max_nb': 50, ...},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device_config = DeviceConfig.gpu(),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fcidump_path = 'data/h2o/fcidump.txt',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result = diagonalize_fermionic_hamiltonian(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hcore, eri, bit_array,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norb=norb, nelec=(num_elec_a, num_elec_b),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samples_per_batch=300, num_batches=3, max_iterations=5,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sci_solver=sbd_solver,    # ← SBD plugs in here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6 — SQD-with-SBD example (full driver: python/examples/run_sqd_sbd.py)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Three backends, one runtime decision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source, same energies (bit-equal), different compilers — NVIDIA GPU only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'gpu-omp' (LLVM)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clang++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All energies = −326.821832430028 (bit-equal across cpu / gpu / gpu-omp and 1n / 2n).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Backend choice doesn't move the eigenvalue — it moves the wallclock.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7 — hardware story + perf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Roadmap — main vs singles-doubles-extend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Co-presenter slide: chemistry interpretation by [domain expert]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352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 C++ source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has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main (stable)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submodule → upstream r-ccs-cms/sbd (unmodified)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wrapper, three backends, SQD integration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embedded in fork (C++ modified for new 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+ variance, S+D, ERI screening, TrimSQD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9767A"/>
                </a:solidFill>
                <a:latin typeface="Calibri"/>
              </a:rPr>
              <a:t>github.com/hfwen0502/sbd  ·  experimental: tree/singles-doubles-extend  ·  see VARIANCE.md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Experimental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61616"/>
                </a:solidFill>
                <a:latin typeface="Calibri"/>
              </a:rPr>
              <a:t>1.  Singles + Doubles subspace expansion  (--carryover_type 4–6)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Brute-force: extend selected dets with same-spin double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2.  ERI-screened S+D  (--carryover_type 7–8, --eri_threshold)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Keep only excitations with significant Hamiltonian coupling.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Typically 20–50% of brute-force S+D, retaining the physically important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3.  Variance-only mode  (--iteration 0)  +  TrimSQD (adaptive pruning)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Compute σ² = ⟨Hψ|Hψ⟩/‖ψ‖² − E² without diagonalizing.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Two-step workflow: expand → diagonalize → variance-in-expanded → repeat → σ² →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62FE"/>
                </a:solidFill>
                <a:latin typeface="Calibri"/>
              </a:rPr>
              <a:t>Demo: NORB=29, nelec=(5α,5β),  seeded from 995 sampled dets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5166360"/>
          <a:ext cx="112471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(no trim)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(TrimSQD)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Energy (Ha)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Variance (Ha²)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−101.9406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1.649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11,042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5,794  (−47%)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−103.5938 (0.16 mHa from FCI)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≤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8 — roadmap (co-presenter handles chemistry interpretation)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_core_gpu_omp_nvidia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LLVM clang++ +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Plus a long tail of environment plumbing per box: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•  GPU compute capability — sm_90 (default) vs sm_100 (Blackwell). Mismatch → silent host fallback, garbage energy.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 vendor — HPCX 4.1.x can't init pml=ucx in SLURM cgroup; fall back to ob1+smcuda+tcp. OpenMPI 5.x is fine. Spectrum MPI needs jsrun.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mpi4py ABI — wheels built against OpenMPI 5 segfault on HPCX 4. Source rebuild required.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LD_LIBRARY_PATH ordering — LLVM's libomp must precede NVHPC's, or the wrong OpenMP runtime loads.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SLURM DefMemPerCPU — opaque 'Requested node configuration is not available' if you forget --mem.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cvd_wrapper local-rank source — SLURM_LOCALID is alloc-wide; OMPI_COMM_WORLD_LOCAL_RANK is post-MPI_Init; OMPI_MCA_orte_ess_node_rank is the right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Network fabric dominates at 2+ nodes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SBD code; comm-backend choice changes wallclock by ~1.4×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Best comm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coreweave GB200 (2-node)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MNNVL across nodes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(P2P/MNNVL)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cross-node, not IB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8×H100 (1-node)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+ NVSwitch + 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≈ cuda_mpi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MNNVL; comm dwarfed by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 LSF / jsrun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Spectrum MPI + IB+GDR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cuda_mpi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IBM's CUDA-aware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Plain VM (no 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TCP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host_mpi or nccl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high-speed cross-node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Concrete: same Fulqrum + SBD on 2-node GB200: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nccl + MNNVL:    188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cuda_mpi + TCP-staged IB:  264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Fabric choice is a ~1.4× lever, independent of the kernel.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Choosing wrong leaves perf on the table, silently.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10 — fabric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Letting an agent absorb the HPC stack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UCX, NCCL, MPI, fabric, launcher — discovered per cluster, not encoded in your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Single-node SBD is mostly tractable. Cluster-vendor stacks bite at 2+ nodes, where choices compound: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•  UCX transport selection (cuda_copy / cuda_ipc / rc / ud) and which the cluster cgroup exposes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NCCL version (≥ 2.23 for MNNVL) and which fabric it picks (P2P/MNNVL vs IB+GDR vs sockets)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MPI vendor (HPCX vs OpenMPI 5 vs Spectrum) and the launcher (mpirun vs srun --mpi=pmix vs jsrun)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GPU-pinning convention — which env var the wrapper reads to pick CUDA_VISIBLE_DEVICES per rank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Fabric peculiarities (MNNVL on GB200, GPUDirect peermem on/off on H100, no IB on a 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The sqd-onboard agent walks the cluster, picks the right backend / launcher / fabric flags, builds the stack, validates correctness against a small reference, and emits ready-to-submit run scripts under run/&lt;solver&gt;/&lt;n&gt;node/.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When it hits a failure mode it hasn't seen, the fix is captured as a signature in the playbook so the next user on that cluster doesn't repeat the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11 — the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Backup — install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2286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2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CPU + Thrust GPU (NVHPC nvc++ on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SBD_BUILD_BACKEND=both CC=nvc CXX=nvc++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SBD_BUILD_BACKEND=gpu_omp_nvidia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qiskit-addon-sqd MPI-aware fork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pip install git+https://github.com/hfwen0502/qiskit-addon-sqd@patch-ferminon-sbd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Per-cluster envelope: this is what the agent (slide 11) handles for you.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Reference perf: see .github/FULQRUM_SBD_GB200_SCALING.md for the full per-matvec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