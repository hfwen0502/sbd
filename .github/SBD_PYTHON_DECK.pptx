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3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Dice  →  qiskit_addon_dice_solver.solve_fermion  (returns 3-tuple)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sci_state, occ = solve_fermion(bitstring_matrix, hcore, eri)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SBD   →  sbd.sbd_solver.solve_sci  (returns SCIResult; auto-init, mpi_comm defaults to COMM_WORLD)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nelec=nelec, device_config=DeviceConfig.gpu())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sci_state, occ = result.energy, result.sci_state, result.orbital_occupancies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^^^^^^^^^^^^^^^^^^^^^^^^^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(avg α-occ, avg β-occ) — same shape as Dice's `occ`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 sbd_data,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loadname='', savename='', device=None):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_ensure_initialized()              # MPI comm cached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      # cpu | gpu | gpu-omp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return backend.tpb_diag(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_global_comm,                  # MPI communicator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sbd_data, 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loadname, savename,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)                                  # pybind11 → C++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(no sbd.init() / mpi_comm needed: solve_sci_batch auto-inits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 and falls back to MPI.COMM_WORLD when mpi_comm is omitted)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sbd_solver = partial(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       # or .cpu() / .gpu_omp()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