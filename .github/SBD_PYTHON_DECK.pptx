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Practical subspace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~30 orbitals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~10⁹-dim subspace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17320"/>
          <a:ext cx="112471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carryover variants, S+D expansion (in flight)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github.com/hfwen0502/sbd/tree/singles-doubles-extend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 (on singles-doubles-extend)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47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1.  Energy variance estimation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Per-iteration variance alongside the energy.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uncertainty bars · adaptive sampling · convergence diagnostics  [VERIFY]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Reference example: python/examples/test_variance.py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2.  Carryover-determinant variants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Today: top-K by amplitude.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Experimental: variance-weighted, residual-weighted, explicit cap (max_carryover_dets).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policy choice depends on sampling regime  [VERIFY]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3.  Subspace expansion (S+D)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Expand the SBD basis on the fly with single + double excitations.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      → analogous to PySCF CASCI → CASCI+S+D, or PT-style correction  [VERIFY]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