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161616"/>
                </a:solidFill>
                <a:latin typeface="Calibri"/>
              </a:rPr>
              <a:t>SBD Python Walkthrough</a:t>
            </a:r>
          </a:p>
          <a:p>
            <a:r>
              <a:rPr sz="2400">
                <a:solidFill>
                  <a:srgbClr val="0F62FE"/>
                </a:solidFill>
                <a:latin typeface="Calibri"/>
              </a:rPr>
              <a:t>GPU-accelerated alternative to Dice in qiskit-addon-sqd</a:t>
            </a:r>
          </a:p>
          <a:p/>
          <a:p>
            <a:r>
              <a:rPr sz="1600" i="1">
                <a:solidFill>
                  <a:srgbClr val="69767A"/>
                </a:solidFill>
                <a:latin typeface="Calibri"/>
              </a:rPr>
              <a:t>Co-presented by [systems lead] and [chemistry lead]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SBD vs Dice — same role, different envelope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Both diagonalize the projected Hamiltonian inside qiskit-addon-sqd's iteration loop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96240">
                <a:tc>
                  <a:txBody>
                    <a:bodyPr/>
                    <a:lstStyle/>
                    <a:p/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Dice (SHCI)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SBD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Hardware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CPU + MPI + GPU (Thrust / OMP-offload)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Process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subprocess + CLI + binary file I/O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in-process pybind11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Determinant selection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internal heat-bath (eps knob)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external (caller-provided list)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Practical subspace ceiling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~30 orbitals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~10⁹-dim subspace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962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Integration with sqd-addon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stock package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MPI-aware fork (@patch-ferminon-sbd)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Where it lives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4526280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Layer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Repo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Upstream SBD (C++ core, RIKEN CCS)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github.com/r-ccs-cms/sbd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Python wrapper (fork with python/ bindings)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github.com/hfwen0502/sbd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Patched qiskit-addon-sqd (MPI-aware solver hook)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github.com/hfwen0502/qiskit-addon-sqd  (branch: patch-ferminon-sbd)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Same FCIDUMP input, same RDM outputs, same role in the SQD loop. Process model and hardware envelope are what change.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2 — positioning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Subprocess + file I/O   vs   in-process pybind11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happens per SQD iteration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DA1E28"/>
                </a:solidFill>
                <a:latin typeface="Calibri"/>
              </a:rPr>
              <a:t>Dice path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write FCIDUMP + input.dat to /tmp/dice_cli_files_*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subprocess.run(["mpirun", ..., bin/Dice],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Dice CLI runs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parse spin1RDM.*.txt + stdout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shutil.rmtree(temp_dir)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back to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55448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1">
                <a:solidFill>
                  <a:srgbClr val="0F62FE"/>
                </a:solidFill>
                <a:latin typeface="Calibri"/>
              </a:rPr>
              <a:t>SBD path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2011680"/>
            <a:ext cx="5486400" cy="4114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2061680"/>
            <a:ext cx="5386400" cy="40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Menlo"/>
              </a:rPr>
              <a:t>Python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sbd.tpb_diag(fcidump, adet, ...)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 b="1">
                <a:solidFill>
                  <a:srgbClr val="DA1E28"/>
                </a:solidFill>
                <a:latin typeface="Menlo"/>
              </a:rPr>
              <a:t>pybind11 → C++ Davidson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MPI + OpenMP + GPU (Thrust or OMP-offload)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  ↓</a:t>
            </a:r>
          </a:p>
          <a:p>
            <a:r>
              <a:rPr sz="1500">
                <a:solidFill>
                  <a:srgbClr val="161616"/>
                </a:solidFill>
                <a:latin typeface="Menlo"/>
              </a:rPr>
              <a:t>returns Python objects (energy, RDMs, wf)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Menlo"/>
              </a:rPr>
              <a:t>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Calibri"/>
              </a:rPr>
              <a:t>At 5 SQD iterations × N MPI ranks, that's 5N fork/exec + 5 file-write + 5 file-parse cycles you don't pay with SBD.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3 — architecture contrast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Pick your backend at runtime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import sbd loads every backend that compiled — switch with one keyword arg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See what's available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874519"/>
            <a:ext cx="5486400" cy="18288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924519"/>
            <a:ext cx="5386400" cy="17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Menlo"/>
              </a:rPr>
              <a:t>import sbd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sbd.available_backends()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→ ['cpu', 'gpu', 'gpu-nvidia-omp']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sbd.print_info()  # version, hardware, session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45352" y="146304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0F62FE"/>
                </a:solidFill>
                <a:latin typeface="Calibri"/>
              </a:rPr>
              <a:t>Switch backends — three equivalent paths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5352" y="1874519"/>
            <a:ext cx="5486400" cy="402336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95352" y="1924519"/>
            <a:ext cx="5386400" cy="39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process-wide default at startup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per-call override, no re-init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sbd.tpb_diag(..., device='gpu-omp')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through DeviceConfig (qiskit-addon-sqd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solve_sci(..., device_config=DeviceConfig.gpu())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CLI: every example script accepts --device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$ python run_sbd_diag.py --device gpu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11480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All three return bit-equal energies.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Backend choice doesn't move the eigenvalue.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It moves the wallclock.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4 — runtime backend selection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Same call shape, very different invocation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What the user calls vs what the wrapper does internally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61616"/>
                </a:solidFill>
                <a:latin typeface="Calibri"/>
              </a:rPr>
              <a:t>What the user calls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783080"/>
            <a:ext cx="11247120" cy="10972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7200" y="1833080"/>
            <a:ext cx="11147120" cy="9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solve_fermion(bitstring_matrix, hcore, eri, spin_sq=0.0)        # Dice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energy, sci_state = solve_sci(ci_strings, h1e, h2e, norb=norb, nelec=nelec,         # SBD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                          device_config=DeviceConfig.gpu(), mpi_comm=MPI.COMM_WORLD)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DA1E28"/>
                </a:solidFill>
                <a:latin typeface="Calibri"/>
              </a:rPr>
              <a:t>Inside Dice's wrapper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7200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dice_dir = Path(tempfile.mkdtemp(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prefix='dice_cli_files_', ...))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tools.fcidump.from_integrals(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dice_dir / 'fcidump.txt',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_write_input_files(...)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dice_call = ['mpirun', *mpirun_options,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'&lt;…&gt;/bin/Dice']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subprocess.run(dice_call, cwd=dice_dir,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           stdout=logfile, stderr=logfile)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_read_dice_outputs(dice_dir, ...)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shutil.rmtree(dice_dir)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45352" y="301752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0F62FE"/>
                </a:solidFill>
                <a:latin typeface="Calibri"/>
              </a:rPr>
              <a:t>Inside SBD's wrapper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45352" y="3383280"/>
            <a:ext cx="5486400" cy="292608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95352" y="3433280"/>
            <a:ext cx="5386400" cy="28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Menlo"/>
              </a:rPr>
              <a:t>def tpb_diag(fcidump, adet, bdet,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     sbd_data, ..., device=None):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backend = get_backend(device)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return backend.tpb_diag(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    fcidump, adet, bdet, sbd_data, ...)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That's it.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pybind11 dispatches into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_core_cpu / _core_gpu / _core_gpu_omp_nvidia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in this Python process,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on this MPI rank, on this GPU.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5 — under-the-hood contrast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SQD with SBD — bitstrings in, energy out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shape as plugging in qiskit-addon-dice-solver; only sci_solver= changes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484632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47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69767A"/>
                </a:solidFill>
                <a:latin typeface="Menlo"/>
              </a:rPr>
              <a:t># 1. Hamiltonian from FCIDUMP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mf = tools.fcidump.to_scf('data/h2o/fcidump.txt')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hcore, eri = mf.get_hcore(), ao2mo.restore(1, mf._eri, norb)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2. Bitstrings — quantum-measurement counts → BitArray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counts = json.load(open('python/examples/count_dict_h2o.json'))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bit_array = BitArray.from_bool_array(_decode_counts(counts))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3. Wire SBD into qiskit-addon-sqd's sci_solver= slot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sbd.init(device='gpu')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sbd_solver = partial(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solve_sci_batch,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mpi_comm = MPI.COMM_WORLD,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sbd_config = {'method': 0, 'max_it': 100, 'max_nb': 50, ...},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device_config = DeviceConfig.gpu(),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fcidump_path = 'data/h2o/fcidump.txt',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300">
                <a:solidFill>
                  <a:srgbClr val="69767A"/>
                </a:solidFill>
                <a:latin typeface="Menlo"/>
              </a:rPr>
              <a:t># 4. Run the SQD self-consistent loop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result = diagonalize_fermionic_hamiltonian(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hcore, eri, bit_array,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norb=norb, nelec=(num_elec_a, num_elec_b),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    samples_per_batch=300, num_batches=3, max_iterations=5,</a:t>
            </a:r>
          </a:p>
          <a:p>
            <a:r>
              <a:rPr sz="1300" b="1">
                <a:solidFill>
                  <a:srgbClr val="DA1E28"/>
                </a:solidFill>
                <a:latin typeface="Menlo"/>
              </a:rPr>
              <a:t>    sci_solver=sbd_solver,    # ← SBD plugs in here</a:t>
            </a:r>
          </a:p>
          <a:p>
            <a:r>
              <a:rPr sz="1300">
                <a:solidFill>
                  <a:srgbClr val="161616"/>
                </a:solidFill>
                <a:latin typeface="Menlo"/>
              </a:rPr>
              <a:t>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6 — SQD-with-SBD example (full driver: python/examples/run_sqd_sbd.py)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Three backends, one runtime decision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source, same energies (bit-equal), different compilers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463040"/>
          <a:ext cx="1124712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657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device=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 to use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'cpu'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small problems · debugging · no GPU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'gpu'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production default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'gpu-omp' (LLVM)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clang++ w/ NVPTX target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NVIDIA GPU · alternative kernel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320040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Fe4S4 27,901 α-determinants on coreweave GB200 (post-rebuild, native sm_100):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3703320"/>
          <a:ext cx="1124712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51816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4×GB200 (1 node)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8×GB200 (2 nodes)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1n→2n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Thrust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577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329 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1.75×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51816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OMP-offload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491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304 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1.62×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4068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All energies = −326.821832430028 (bit-equal across cpu / gpu / gpu-omp and 1n / 2n).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vs Dice on CPU + MPI on the same workload: ~5–10× wallclock reduction.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7 — hardware story + perf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Roadmap — singles-doubles-extend branch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Co-presenter slide: chemistry interpretation by [domain expert]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>
                <a:solidFill>
                  <a:srgbClr val="161616"/>
                </a:solidFill>
                <a:latin typeface="Calibri"/>
              </a:rPr>
              <a:t>1.  Energy variance estimation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Per-iteration variance alongside the energy.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→ uncertainty bars · adaptive sampling · convergence diagnostics  [VERIFY]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Reference example: python/examples/test_variance.py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2.  Carryover-determinant variants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Today: top-K by amplitude.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Experimental: variance-weighted, residual-weighted, explicit cap (max_carryover_dets).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→ policy choice depends on sampling regime  [VERIFY]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3.  Subspace expansion (S+D)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Expand the SBD basis on the fly with single + double excitations.</a:t>
            </a:r>
          </a:p>
          <a:p>
            <a:r>
              <a:rPr sz="1600">
                <a:solidFill>
                  <a:srgbClr val="161616"/>
                </a:solidFill>
                <a:latin typeface="Calibri"/>
              </a:rPr>
              <a:t>      → analogous to PySCF CASCI → CASCI+S+D, or PT-style correction  [VERIFY]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8 — roadmap (co-presenter handles chemistry interpretation)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The HPC pain — toolchain × MPI × fabric per cluster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Why standing this up on a new cluster is harder than pip install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0F62FE"/>
                </a:solidFill>
                <a:latin typeface="Calibri"/>
              </a:rPr>
              <a:t>Three backends, three compilers — distutils takes one CXX per setup() call → two pip invocations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874519"/>
          <a:ext cx="1124712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49040"/>
                <a:gridCol w="3749040"/>
                <a:gridCol w="3749040"/>
              </a:tblGrid>
              <a:tr h="3429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Backend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Compiler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When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_core_cpu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system c++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debugging, small problems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 (Thrust)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NVHPC nvc++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production GPU on NVIDIA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_core_gpu_omp_nvidia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LLVM clang++ + NVPTX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alternative GPU path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338328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Plus a long tail of environment plumbing per box: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749039"/>
            <a:ext cx="1124712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>
                <a:solidFill>
                  <a:srgbClr val="161616"/>
                </a:solidFill>
                <a:latin typeface="Calibri"/>
              </a:rPr>
              <a:t>•  GPU compute capability — sm_90 (default) vs sm_100 (Blackwell). Mismatch → silent host fallback, garbage energy.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 vendor — HPCX 4.1.x can't init pml=ucx in SLURM cgroup; fall back to ob1+smcuda+tcp. OpenMPI 5.x is fine. Spectrum MPI needs jsrun.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mpi4py ABI — wheels built against OpenMPI 5 segfault on HPCX 4. Source rebuild required.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LD_LIBRARY_PATH ordering — LLVM's libomp must precede NVHPC's, or the wrong OpenMP runtime loads.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SLURM DefMemPerCPU — opaque 'Requested node configuration is not available' if you forget --mem.</a:t>
            </a:r>
          </a:p>
          <a:p>
            <a:r>
              <a:rPr sz="1300">
                <a:solidFill>
                  <a:srgbClr val="161616"/>
                </a:solidFill>
                <a:latin typeface="Calibri"/>
              </a:rPr>
              <a:t>•  cvd_wrapper local-rank source — SLURM_LOCALID is alloc-wide; OMPI_COMM_WORLD_LOCAL_RANK is post-MPI_Init; OMPI_MCA_orte_ess_node_rank is the right one.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9 — HPC pain (build matrix)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Network fabric dominates at 2+ nodes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Same SBD code; comm-backend choice changes wallclock by ~1.4×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554480"/>
          <a:ext cx="1124712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Cluster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Fabric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Best comm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Why</a:t>
                      </a:r>
                    </a:p>
                  </a:txBody>
                  <a:tcPr>
                    <a:solidFill>
                      <a:srgbClr val="0F62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coreweave GB200 (2-node)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MNNVL across nodes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(P2P/MNNVL)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cross-node, not IB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8×H100 (1-node)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NVLink + NVSwitch + PCIe Gen5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nccl ≈ cuda_mpi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MNNVL; comm dwarfed by compute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 LSF / jsrun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Spectrum MPI + IB+GDR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cuda_mpi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IBM's CUDA-aware MPI</a:t>
                      </a:r>
                    </a:p>
                  </a:txBody>
                  <a:tcPr>
                    <a:solidFill>
                      <a:srgbClr val="F4F4F4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Plain VM (no IB)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TCP only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host_mpi or nccl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1616"/>
                          </a:solidFill>
                          <a:latin typeface="Calibri"/>
                        </a:rPr>
                        <a:t>no high-speed cross-node fabric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411480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161616"/>
                </a:solidFill>
                <a:latin typeface="Calibri"/>
              </a:rPr>
              <a:t>Concrete: same Fulqrum + SBD on 2-node GB200: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nccl + MNNVL:    188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 • cuda_mpi + TCP-staged IB:  264 s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Fabric choice is a ~1.4× lever, independent of the kernel.</a:t>
            </a:r>
          </a:p>
          <a:p>
            <a:r>
              <a:rPr sz="1500">
                <a:solidFill>
                  <a:srgbClr val="161616"/>
                </a:solidFill>
                <a:latin typeface="Calibri"/>
              </a:rPr>
              <a:t>→ Choosing wrong leaves perf on the table, silently.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10 — fabric matters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Letting an agent absorb the HPC stack</a:t>
            </a:r>
          </a:p>
          <a:p>
            <a:r>
              <a:rPr sz="1600">
                <a:solidFill>
                  <a:srgbClr val="0F62FE"/>
                </a:solidFill>
                <a:latin typeface="Calibri"/>
              </a:rPr>
              <a:t>UCX, NCCL, MPI, fabric, launcher — discovered per cluster, not encoded in your head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161616"/>
                </a:solidFill>
                <a:latin typeface="Calibri"/>
              </a:rPr>
              <a:t>Single-node SBD is mostly tractable. Cluster-vendor stacks bite at 2+ nodes, where choices compound: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3120"/>
            <a:ext cx="112471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61616"/>
                </a:solidFill>
                <a:latin typeface="Calibri"/>
              </a:rPr>
              <a:t>•  UCX transport selection (cuda_copy / cuda_ipc / rc / ud) and which the cluster cgroup exposes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NCCL version (≥ 2.23 for MNNVL) and which fabric it picks (P2P/MNNVL vs IB+GDR vs sockets)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MPI vendor (HPCX vs OpenMPI 5 vs Spectrum) and the launcher (mpirun vs srun --mpi=pmix vs jsrun)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GPU-pinning convention — which env var the wrapper reads to pick CUDA_VISIBLE_DEVICES per rank</a:t>
            </a:r>
          </a:p>
          <a:p>
            <a:r>
              <a:rPr sz="1400">
                <a:solidFill>
                  <a:srgbClr val="161616"/>
                </a:solidFill>
                <a:latin typeface="Calibri"/>
              </a:rPr>
              <a:t>•  Fabric peculiarities (MNNVL on GB200, GPUDirect peermem on/off on H100, no IB on a VM)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66344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Calibri"/>
              </a:rPr>
              <a:t>The sqd-onboard agent walks the cluster, picks the right backend / launcher / fabric flags, builds the stack, validates correctness against a small reference, and emits ready-to-submit run scripts under run/&lt;solver&gt;/&lt;n&gt;node/.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Calibri"/>
              </a:rPr>
              <a:t>When it hits a failure mode it hasn't seen, the fix is captured as a signature in the playbook so the next user on that cluster doesn't repeat the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11 — the agent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161616"/>
                </a:solidFill>
                <a:latin typeface="Calibri"/>
              </a:rPr>
              <a:t>Backup — install commands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63040"/>
            <a:ext cx="11247120" cy="2286000"/>
          </a:xfrm>
          <a:prstGeom prst="rect">
            <a:avLst/>
          </a:prstGeom>
          <a:solidFill>
            <a:srgbClr val="F4F4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7200" y="1513040"/>
            <a:ext cx="11147120" cy="21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69767A"/>
                </a:solidFill>
                <a:latin typeface="Menlo"/>
              </a:rPr>
              <a:t># 1. CPU + Thrust GPU (NVHPC nvc++ on PATH)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SBD_BUILD_BACKEND=both CC=nvc CXX=nvc++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2. OMP-offload GPU (LLVM clang++ with NVPTX target on PATH)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   Built separately — incompatible with NVHPC's CXX in one setup() call.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SBD_BUILD_BACKEND=gpu_omp_nvidia \</a:t>
            </a:r>
          </a:p>
          <a:p>
            <a:r>
              <a:rPr sz="1400">
                <a:solidFill>
                  <a:srgbClr val="161616"/>
                </a:solidFill>
                <a:latin typeface="Menlo"/>
              </a:rPr>
              <a:t>    pip install --no-build-isolation -e .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 </a:t>
            </a:r>
          </a:p>
          <a:p>
            <a:r>
              <a:rPr sz="1400">
                <a:solidFill>
                  <a:srgbClr val="69767A"/>
                </a:solidFill>
                <a:latin typeface="Menlo"/>
              </a:rPr>
              <a:t># 3. qiskit-addon-sqd MPI-aware fork</a:t>
            </a:r>
          </a:p>
          <a:p>
            <a:r>
              <a:rPr sz="1400" b="1">
                <a:solidFill>
                  <a:srgbClr val="DA1E28"/>
                </a:solidFill>
                <a:latin typeface="Menlo"/>
              </a:rPr>
              <a:t>pip install git+https://github.com/hfwen0502/qiskit-addon-sqd@patch-ferminon-sbd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023360"/>
            <a:ext cx="11247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>
                <a:solidFill>
                  <a:srgbClr val="69767A"/>
                </a:solidFill>
                <a:latin typeface="Calibri"/>
              </a:rPr>
              <a:t>Per-cluster envelope: this is what the agent (slide 11) handles for you.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 </a:t>
            </a:r>
          </a:p>
          <a:p>
            <a:r>
              <a:rPr sz="1500">
                <a:solidFill>
                  <a:srgbClr val="69767A"/>
                </a:solidFill>
                <a:latin typeface="Calibri"/>
              </a:rPr>
              <a:t>Reference perf: see .github/FULQRUM_SBD_GB200_SCALING.md for the full per-matvec breakdown.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 i="1">
                <a:solidFill>
                  <a:srgbClr val="69767A"/>
                </a:solidFill>
                <a:latin typeface="Calibri"/>
              </a:rPr>
              <a:t>Slide 12 — backup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