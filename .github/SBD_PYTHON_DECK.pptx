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0972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9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solve_fermion(bitstring_matrix, hcore, eri, spin_sq=0.0)        # Dice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solve_sci(ci_strings, h1e, h2e, norb=norb, nelec=nelec,         # SBD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           device_config=DeviceConfig.gpu(), mpi_comm=MPI.COMM_WORLD)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sbd_data, ..., device=None):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return backend.tpb_diag(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fcidump, adet, bdet, sbd_data, 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That's it.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_core_cpu / _core_gpu / _core_gpu_omp_nvidia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on this MPI rank, on this GPU.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vs Dice on CPU + MPI on the same workload: ~5–10× wallclock reduction.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main vs singles-doubles-extend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 expansion,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…/tree/singles-doubles-extend  ·  see VARIANCE.md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     Brute-force: extend selected dets with same-spin double excitations.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2.  ERI-screened S+D  (--carryover_type 7–8, --eri_threshold)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     Keep only excitations with significant Hamiltonian coupling.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     Inspired by extended SQD / SONIC (arXiv:2501.09442).  Typically 20–50% of brute-force.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     Compute σ² = ⟨Hψ|Hψ⟩/‖ψ‖² − E² without diagonalizing.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      Two-step workflow: expand → diagonalize → variance-in-expanded → repeat → σ² →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29-orbital, 5e per spin, seeded from 995 sampled dets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