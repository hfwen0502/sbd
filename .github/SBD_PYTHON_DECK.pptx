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0972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9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solve_fermion(bitstring_matrix, hcore, eri, spin_sq=0.0)        # Dice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solve_sci(ci_strings, h1e, h2e, norb=norb, nelec=nelec,         # SBD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           device_config=DeviceConfig.gpu(), mpi_comm=MPI.COMM_WORLD)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vs Dice on CPU + MPI on the same workload: ~5–10× wallclock reduction.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 expansion,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…/tree/singles-doubles-extend  ·  see VARIANCE.md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29-orbital, 5e per spin, seeded from 995 sampled dets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