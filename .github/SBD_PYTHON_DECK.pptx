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# Dice  →  qiskit_addon_dice_solver.solve_sci   (returns SCIResult)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result = solve_sci(ci_strings, one_body_tensor, two_body_tensor,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norb=norb, nelec=nelec)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energy, sci_state, occ = result.energy, result.sci_state, result.orbital_occupancies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# SBD   →  sbd.sbd_solver.solve_sci             (also returns SCIResult — same API shape)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result = solve_sci(ci_strings, one_body_tensor, two_body_tensor,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                   norb=norb, nelec=nelec, device_config=DeviceConfig.gpu())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energy, sci_state, occ = result.energy, result.sci_state, result.orbital_occupancies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                                                     ^^^^^^^^^^^^^^^^^^^^^^^^^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                                                     (avg α-occ, avg β-occ)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 sbd_data,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loadname='', savename='', device=None):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_ensure_initialized()              # MPI comm cached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      # cpu | gpu | gpu-omp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return backend.tpb_diag(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_global_comm,                  # MPI communicator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sbd_data, 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loadname, savename,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)                                  # pybind11 → C++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   (no sbd.init() / mpi_comm needed: solve_sci_batch auto-inits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    and falls back to MPI.COMM_WORLD when mpi_comm is omitted)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sbd_solver = partial(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       # or .cpu() / .gpu_omp()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Backend choice doesn't move the eigenvalue — it moves the wallclock.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NORB=29, nelec=(5α,5β), 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