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Practical subspace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~30 orbitals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~10⁹-dim subspace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1-/2-RDM, save/load wf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What stays the same: FCIDUMP input, RDM outputs, role inside the SQD loop, carryover concept.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What changes: in-process call instead of subprocess, GPU-aware, designed for much larger subspaces.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At 5 SQD iterations × N MPI ranks, that's 5N fork/exec + 5 file-write + 5 file-parse cycles you don't pay with SBD.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vs Dice on CPU + MPI on the same workload: ~5–10× wallclock reduction.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singles-doubles-extend branch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61616"/>
                </a:solidFill>
                <a:latin typeface="Calibri"/>
              </a:rPr>
              <a:t>1.  Energy variance estimation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Per-iteration variance alongside the energy.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→ uncertainty bars · adaptive sampling · convergence diagnostics  [VERIFY]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Reference example: python/examples/test_variance.py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2.  Carryover-determinant variants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Today: top-K by amplitude.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Experimental: variance-weighted, residual-weighted, explicit cap (max_carryover_dets).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→ policy choice depends on sampling regime  [VERIFY]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3.  Subspace expansion (S+D)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Expand the SBD basis on the fly with single + double excitations.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→ analogous to PySCF CASCI → CASCI+S+D, or PT-style correction  [VERIFY]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