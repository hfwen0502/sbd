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Orbital ceiling (data-type)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128  (16-byte determinant addr)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160 (default) · 512 (bit_length=64) · configurable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2801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11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Dice  →  qiskit_addon_dice_solver.solve_fermion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sci_state, occ = solve_fermion(bitstring_matrix, hcore, eri)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SBD   →  sbd.sbd_solver.solve_sci  (returns SCIResult)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result = solve_sci(ci_strings, one_body_tensor, two_body_tensor,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norb=norb, nelec=nelec,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mpi_comm=MPI.COMM_WORLD, device_config=DeviceConfig.gpu())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result.energy, result.sci_state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sbd_data, ..., device=None):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return backend.tpb_diag(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fcidump, adet, bdet, sbd_data, 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That's it.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pybind11 dispatches into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_core_cpu / _core_gpu / _core_gpu_omp_nvidia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in this Python process,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on this MPI rank, on this GPU.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sbd_solver = partial(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mpi_comm = MPI.COMM_WORLD,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 — NVIDIA GPU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Backend choice doesn't move the eigenvalue — it moves the wallclock.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main vs singles-doubles-extend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35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 C++ source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submodule → upstream r-ccs-cms/sbd (unmodified)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embedded in fork (C++ modified for new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S+D, ERI screening, TrimSQD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9767A"/>
                </a:solidFill>
                <a:latin typeface="Calibri"/>
              </a:rPr>
              <a:t>github.com/hfwen0502/sbd  ·  experimental: tree/singles-doubles-extend  ·  see VARIANCE.md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61616"/>
                </a:solidFill>
                <a:latin typeface="Calibri"/>
              </a:rPr>
              <a:t>1.  Singles + Doubles subspace expansion  (--carryover_type 4–6)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Brute-force: extend selected dets with same-spin double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2.  ERI-screened S+D  (--carryover_type 7–8, --eri_threshold)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Keep only excitations with significant Hamiltonian coupling.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Typically 20–50% of brute-force S+D, retaining the physically important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3.  Variance-only mode  (--iteration 0)  +  TrimSQD (adaptive pruning)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Compute σ² = ⟨Hψ|Hψ⟩/‖ψ‖² − E² without diagonalizing.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Two-step workflow: expand → diagonalize → variance-in-expanded → repeat → σ² →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Demo: NORB=29, nelec=(5α,5β),  seeded from 995 sampled dets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5166360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(no trim)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(TrimSQD)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Energy (Ha)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Variance (Ha²)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−101.9406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1.649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11,042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5,794  (−47%)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−103.5938 (0.16 mHa from FCI)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≤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